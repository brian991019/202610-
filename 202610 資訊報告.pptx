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6" d="100"/>
          <a:sy n="56" d="100"/>
        </p:scale>
        <p:origin x="9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D43A7B-EE46-E3F1-D9BE-740417C46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C9E26C-E83A-FB1A-E432-0CB442DCF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F06325-C126-F01E-24BF-86E65F7A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C5C05-E9D2-4E58-9352-E6D5CF045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9EF497-C54D-0B4D-BA39-5ECEB891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30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5E4651-052F-85AA-B3E1-9CC3BCC4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CF09B5-C747-B26A-1EDB-D2D8B103C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C4A47F-85EF-1171-D9AA-351161FB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874A98-0981-2639-84E1-0914C20B1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810AEB-F304-4833-F757-05EB75EB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49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3881C1-4CC3-C5F3-A4DF-A8F324AF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D412DE-3351-EE66-6A66-5CFEA33DA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55A10C-31AD-F0AA-22A3-3348FD12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C666F2-EB17-A84C-1220-8544F2C1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F007A-8DA2-FA26-31A5-C016A516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86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917B0-D0B2-AE42-21B6-1BBA75A2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460D7B-A4FF-BF79-41E3-22B8249AC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5BF208-35F3-A707-28EA-1C4F6D5B2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940CF4-1706-A45E-1FB6-345EE389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5772A8-428A-2C6B-FE1D-61EA30EC6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1A837B-3375-DFFA-3A89-01FFD214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77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49CE1-15A9-B7E7-2890-6C27BAFD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2BCC7B-6FCA-3EF0-8AC9-2724FBECB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9B8695-81B1-A8F3-85D5-84DDD0EA5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59192A-B063-6810-B0E3-D00A32566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5A9FE5-5A60-6394-2A69-BB0866F0C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56B987-88DF-1168-B049-744BA190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4EF50CF-84D2-41E0-E5C5-C9089FB3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43979A-0A20-5476-ADB7-9A8D6014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13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73050-62F0-1797-BA7B-4A4CCCF1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0E8386-3DB2-C5B0-3799-9E528DAA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B55FB4-32E5-2D6F-5E19-4D7CD5A3B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5CDD43-BD9F-FE8B-B507-B13D9C02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75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EA8A51-B566-746B-B442-598BF693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9830E5-40D6-7B0B-20D1-4163F21E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71FA16-3529-402E-46D0-4B3DBDCE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473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C48C1-B12A-6A7E-08D0-F96C3063F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C7FE3F-5565-7191-BEBC-D1FE79B3D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ED3F96-BBD1-0A1A-49F3-E4EA5CB6B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866AFB-F6B4-81DE-A366-A9CC4667A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1FC019-7411-7F4A-E592-8DAF63E3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405EC3-FAB6-60B8-4423-54B4682C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28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36F9C-5033-6E93-D963-5FA62084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0A6984-D6D8-586A-F815-29622E8DFC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2232F8-C9F9-1BB0-49C9-B472E73DC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F276A8-23CD-EFBE-050D-919A96F3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6EA949-5FAD-6651-DD3A-D877CC33E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102BA6-38B2-741F-FFD8-60541A99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70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BD5B6-171A-DFB8-4AB7-0724F78FE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CD5C8B-67ED-D62D-A208-A87A1B270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918B44-78D6-ACCE-6E13-D70DAFD0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71A90F-C0E5-8BA2-95E5-85EDBAA6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5BACB-EB48-C7D6-256A-460F312C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03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395A1F-4CDE-B3E6-F5E6-D551AC27D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F2110F-948C-2274-E637-8BA61D411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E01214-A8EA-72B6-83D7-C28C9DCF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47B820-8651-192F-F293-EC687EB0E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1DD6F-8935-67EC-9C9E-8FD11ED4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78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99E4EC-4A81-1638-100B-9BCAEF86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FA26C9-3715-2D88-5B20-AA43FE243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CA62E6-48A3-56F9-118E-9B3267353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28A81-AF3F-421F-B24B-6DCA28D874A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95E688-9255-FA88-443F-77711B11A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C6EC6E-AE66-CBB0-B76E-A2F901B43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A16DD-06D5-42A9-A429-E5C05CF46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hyperlink" Target="https://brian991019.github.io/202610-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D3793-59C0-77C6-E77C-04AE1D1DF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082" y="1767822"/>
            <a:ext cx="9144000" cy="2387600"/>
          </a:xfrm>
        </p:spPr>
        <p:txBody>
          <a:bodyPr/>
          <a:lstStyle/>
          <a:p>
            <a:r>
              <a:rPr lang="zh-CN" altLang="en-US" dirty="0"/>
              <a:t>資訊報告</a:t>
            </a:r>
          </a:p>
        </p:txBody>
      </p:sp>
    </p:spTree>
    <p:extLst>
      <p:ext uri="{BB962C8B-B14F-4D97-AF65-F5344CB8AC3E}">
        <p14:creationId xmlns:p14="http://schemas.microsoft.com/office/powerpoint/2010/main" val="1968530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BB611-1642-B57B-D037-0DD2CE5F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主題與研究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65E776-F226-0633-3D06-8D7F2C59E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主題：</a:t>
            </a:r>
            <a:r>
              <a:rPr lang="en-US" altLang="zh-CN" dirty="0"/>
              <a:t>IP</a:t>
            </a:r>
            <a:r>
              <a:rPr lang="zh-CN" altLang="en-US" dirty="0"/>
              <a:t>位置與</a:t>
            </a:r>
            <a:r>
              <a:rPr lang="en-US" altLang="zh-CN" dirty="0"/>
              <a:t>DNS</a:t>
            </a:r>
          </a:p>
          <a:p>
            <a:r>
              <a:rPr lang="zh-CN" altLang="en-US" dirty="0"/>
              <a:t>產品特色以及功能：</a:t>
            </a:r>
            <a:br>
              <a:rPr lang="en-US" altLang="zh-CN" dirty="0"/>
            </a:br>
            <a:r>
              <a:rPr lang="zh-TW" altLang="zh-CN" dirty="0"/>
              <a:t>詳細介紹了互聯網的原理以及提供簡單易懂的示意圖，主要是介紹觀念幫助大家能夠更理解課堂上所學習到的觀念，以及一些延伸一些課外的相關內容給大家認識一下，也提供了一些現實生活中的比喻，使得內容不是只是枯燥乏味的科普，還能和生活連結，具體化知識使得讀者更理解</a:t>
            </a:r>
            <a:r>
              <a:rPr lang="zh-CN" altLang="en-US" dirty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4384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9E0C5-08D0-581B-BE70-1F696283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成果展示：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F141C3-6810-C753-FCD0-692F2340A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4778469"/>
          </a:xfrm>
        </p:spPr>
        <p:txBody>
          <a:bodyPr/>
          <a:lstStyle/>
          <a:p>
            <a:r>
              <a:rPr lang="en-US" altLang="zh-CN" dirty="0">
                <a:hlinkClick r:id="rId4"/>
              </a:rPr>
              <a:t>https://brian991019.github.io/202610-/</a:t>
            </a:r>
            <a:endParaRPr lang="en-US" altLang="zh-CN" dirty="0"/>
          </a:p>
          <a:p>
            <a:r>
              <a:rPr lang="zh-CN" altLang="en-US" dirty="0"/>
              <a:t>影片：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2026-10-19 20-51-39">
            <a:hlinkClick r:id="" action="ppaction://media"/>
            <a:extLst>
              <a:ext uri="{FF2B5EF4-FFF2-40B4-BE49-F238E27FC236}">
                <a16:creationId xmlns:a16="http://schemas.microsoft.com/office/drawing/2014/main" id="{A9367CB2-EDD9-C218-ADF1-6FBEF0BDA2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14113" y="2309063"/>
            <a:ext cx="7763774" cy="436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9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6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4E51F-08F3-03BA-D1F5-D643F58F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240"/>
          </a:xfrm>
        </p:spPr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協作以及心得：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052B40-5BCB-70E8-80E7-9EB5F609E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366"/>
            <a:ext cx="10515600" cy="4872597"/>
          </a:xfrm>
        </p:spPr>
        <p:txBody>
          <a:bodyPr/>
          <a:lstStyle/>
          <a:p>
            <a:r>
              <a:rPr lang="zh-CN" altLang="en-US" dirty="0"/>
              <a:t>主要提示詞：</a:t>
            </a:r>
            <a:br>
              <a:rPr lang="en-US" altLang="zh-CN" dirty="0"/>
            </a:br>
            <a:r>
              <a:rPr lang="zh-TW" altLang="zh-CN" dirty="0"/>
              <a:t>幫我建立網頁的一些基本架構嗎，先把我的這些核心重點整理到網頁的文字裡面，字體大小大約</a:t>
            </a:r>
            <a:r>
              <a:rPr lang="en-US" altLang="zh-CN" dirty="0"/>
              <a:t>15pt</a:t>
            </a:r>
            <a:r>
              <a:rPr lang="zh-TW" altLang="zh-CN" dirty="0"/>
              <a:t>，先不要簡化，我等一下自己視情況簡化，風格不限，小工具待會再做，空殼加上我的架構文字就好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475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C29A97-D84A-F594-D68C-37BD71D91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071"/>
            <a:ext cx="10515600" cy="5813892"/>
          </a:xfrm>
        </p:spPr>
        <p:txBody>
          <a:bodyPr>
            <a:noAutofit/>
          </a:bodyPr>
          <a:lstStyle/>
          <a:p>
            <a:r>
              <a:rPr lang="zh-TW" altLang="zh-CN" sz="3500" dirty="0"/>
              <a:t>這次的報告使我更深入了解了互聯網運作的原理的細節延伸。在製作的過程我也是遇到了不少挫折，像是</a:t>
            </a:r>
            <a:r>
              <a:rPr lang="en-US" altLang="zh-CN" sz="3500" dirty="0"/>
              <a:t>HTML</a:t>
            </a:r>
            <a:r>
              <a:rPr lang="zh-TW" altLang="zh-CN" sz="3500" dirty="0"/>
              <a:t>程式和</a:t>
            </a:r>
            <a:r>
              <a:rPr lang="en-US" altLang="zh-CN" sz="3500" dirty="0" err="1"/>
              <a:t>github</a:t>
            </a:r>
            <a:r>
              <a:rPr lang="zh-TW" altLang="zh-CN" sz="3500" dirty="0"/>
              <a:t>操作。</a:t>
            </a:r>
            <a:r>
              <a:rPr lang="en-US" altLang="zh-CN" sz="3500" dirty="0"/>
              <a:t>html</a:t>
            </a:r>
            <a:r>
              <a:rPr lang="zh-TW" altLang="zh-CN" sz="3500" dirty="0"/>
              <a:t>雖然我之前有學過，但因為有段時間沒有接觸到，所以已經有點忘記了，花了一些時間在研究要怎麼寫才找回部分手感（未來有時間打算來好好複習一下）。然後在上架</a:t>
            </a:r>
            <a:r>
              <a:rPr lang="en-US" altLang="zh-CN" sz="3500" dirty="0" err="1"/>
              <a:t>github</a:t>
            </a:r>
            <a:r>
              <a:rPr lang="zh-TW" altLang="zh-CN" sz="3500" dirty="0"/>
              <a:t>時我也是遇到了一些坑必須請教</a:t>
            </a:r>
            <a:r>
              <a:rPr lang="en-US" altLang="zh-CN" sz="3500" dirty="0"/>
              <a:t>AI</a:t>
            </a:r>
            <a:r>
              <a:rPr lang="zh-TW" altLang="zh-CN" sz="3500" dirty="0"/>
              <a:t>，因為這其實是我第一次正式使用</a:t>
            </a:r>
            <a:r>
              <a:rPr lang="en-US" altLang="zh-CN" sz="3500" dirty="0" err="1"/>
              <a:t>github</a:t>
            </a:r>
            <a:r>
              <a:rPr lang="zh-TW" altLang="zh-CN" sz="3500" dirty="0"/>
              <a:t>來上架網站，操作不熟悉也花了不少時間</a:t>
            </a:r>
            <a:r>
              <a:rPr lang="zh-CN" altLang="en-US" sz="3500" dirty="0"/>
              <a:t>研究和卡坑</a:t>
            </a:r>
            <a:r>
              <a:rPr lang="zh-TW" altLang="zh-CN" sz="3500" dirty="0"/>
              <a:t>。不過經過這次的報告，我也大概會操作</a:t>
            </a:r>
            <a:r>
              <a:rPr lang="en-US" altLang="zh-CN" sz="3500" dirty="0" err="1"/>
              <a:t>github</a:t>
            </a:r>
            <a:r>
              <a:rPr lang="zh-TW" altLang="zh-CN" sz="3500" dirty="0"/>
              <a:t>專案了，也增加了一些對</a:t>
            </a:r>
            <a:r>
              <a:rPr lang="en-US" altLang="zh-CN" sz="3500" dirty="0"/>
              <a:t>HTML</a:t>
            </a:r>
            <a:r>
              <a:rPr lang="zh-TW" altLang="zh-CN" sz="3500" dirty="0"/>
              <a:t>的熟悉度，雖然花了不少時間，但是也是值得的。</a:t>
            </a:r>
            <a:endParaRPr lang="zh-CN" altLang="zh-CN" sz="3500" dirty="0"/>
          </a:p>
          <a:p>
            <a:endParaRPr lang="zh-CN" altLang="en-US" sz="3500" dirty="0"/>
          </a:p>
        </p:txBody>
      </p:sp>
    </p:spTree>
    <p:extLst>
      <p:ext uri="{BB962C8B-B14F-4D97-AF65-F5344CB8AC3E}">
        <p14:creationId xmlns:p14="http://schemas.microsoft.com/office/powerpoint/2010/main" val="1535890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510</Words>
  <Application>Microsoft Office PowerPoint</Application>
  <PresentationFormat>宽屏</PresentationFormat>
  <Paragraphs>10</Paragraphs>
  <Slides>5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資訊報告</vt:lpstr>
      <vt:lpstr>主題與研究</vt:lpstr>
      <vt:lpstr>成果展示：</vt:lpstr>
      <vt:lpstr>AI協作以及心得：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小洋 鍾</dc:creator>
  <cp:lastModifiedBy>小洋 鍾</cp:lastModifiedBy>
  <cp:revision>3</cp:revision>
  <dcterms:created xsi:type="dcterms:W3CDTF">2026-10-19T03:49:00Z</dcterms:created>
  <dcterms:modified xsi:type="dcterms:W3CDTF">2026-10-19T13:14:37Z</dcterms:modified>
</cp:coreProperties>
</file>